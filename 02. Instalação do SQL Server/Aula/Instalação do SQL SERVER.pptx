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59" r:id="rId3"/>
    <p:sldId id="260" r:id="rId4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5CEFEB3-061D-4B08-9410-3298C7ECCEC2}">
          <p14:sldIdLst/>
        </p14:section>
        <p14:section name="A linguagem SQL" id="{D68C392B-6A23-4937-AFF8-CD755A3E69DE}">
          <p14:sldIdLst>
            <p14:sldId id="258"/>
            <p14:sldId id="259"/>
            <p14:sldId id="260"/>
          </p14:sldIdLst>
        </p14:section>
        <p14:section name="Consultas SQL" id="{D8017A75-7040-4C4A-AD66-CFD347323C5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489F2-E6CA-4ECE-AC3B-C02D2F97E243}" v="72" dt="2019-09-11T21:05:55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2BE4C0-06DC-49EA-AF55-3BE07684C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23B3A2-DE5F-4862-89F4-B2B8DF5F92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94AB1C8F-FB1B-4324-A532-F8C30B383C4A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7DF6C-9F35-4667-962A-20023CA177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19A6CC-E2D5-4EBA-97AE-8CA570F8AA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AFDCD82-A8E4-4E96-9CB0-5D61B3CCF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152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39EF51A4-6AB0-480C-8050-1239BA2868D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4571905-D285-442D-9BD0-5B32737416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66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FB5E1-C224-49DE-A9FB-3D3D3105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559928-2CBF-4658-8107-03DDA1CBF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D3327F-7740-4483-ABCD-77112EAE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7069-5196-4648-A946-A08ECFBCE431}" type="datetime1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AE550-EC77-415E-AD7F-3DF64CD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65152-49A0-46F1-B4AE-2200C09B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50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C1844-5994-4DAF-994C-64CA39C2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0BE3B-F77B-44E6-B858-F0CC1E256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7CBF8B-F754-4CDA-9013-215ADBAA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DF6-F2D5-477F-A484-3ABB3AB4C4AB}" type="datetime1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EB505-C267-4268-A1ED-A73E586D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D53A9-8AFE-430F-B9FD-4C6228FC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02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1CF85-DA2D-4E81-8B12-5EE0AAD3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F5106-5389-45AB-AACC-4ECF2AA5E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10AB1-4241-4D63-BCDF-A5AB6378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0B1B-EE0E-4116-85A0-5AAEAEFD967F}" type="datetime1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5F9DA-36DB-4600-B079-658EE8D6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AA28A-EE85-460A-ABD3-C7A00290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3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789A7-5BE5-404E-8F8C-05EE6185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8B0B0-9AEB-471B-9663-B80EB2E4E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E64117-C07B-4875-85B9-4FAA321AE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9FF8AD-9E6A-4A5C-B412-0ACFB70D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DEF55-73F6-4F78-9746-A46F628CD087}" type="datetime1">
              <a:rPr lang="pt-BR" smtClean="0"/>
              <a:t>10/06/2024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248916-25A9-47B9-8802-FBCB1305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0F6B77-4CD1-43B7-884E-FE3378DF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41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20697-CCE6-4C23-878A-8572994B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4C6EC-A137-4045-9AC8-1A54C624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C82CB4-C2D9-4418-9DA7-5EDF9DE8D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66D326-0352-48AC-909B-EF216AF9E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1A28B6-2EF3-4BE4-8CD5-D21CF52C4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D73C5B-6D03-4D46-A08A-9A020CDA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B62E-6BE6-4253-AA72-22FA662DE82F}" type="datetime1">
              <a:rPr lang="pt-BR" smtClean="0"/>
              <a:t>10/06/2024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6E3493-DC4F-46F0-A4B9-4B95A415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CD5F1D-EFDC-4E70-B521-21790136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05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BA25D-7EA9-4DE4-AECD-BE5BC343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2BF2FC-671D-45DA-B5A8-C53CB251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64DF-D237-4D7A-A7C0-D1D93C960269}" type="datetime1">
              <a:rPr lang="pt-BR" smtClean="0"/>
              <a:t>10/06/2024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0BE9B6-80AF-49BB-BF50-3DE6DD4D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64AC62-CA5A-427B-B2A9-3E0D2772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6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F553CC9-CD1D-4782-A30D-C61A7C4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31D2-4DBB-40CE-B7B1-FD186FA9E07B}" type="datetime1">
              <a:rPr lang="pt-BR" smtClean="0"/>
              <a:t>10/06/2024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6B4985-DE76-4D9D-A51B-FBEBA7E4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FB9694-D0CC-4BF8-9326-5CF45E12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66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3CF51AA-CFA2-41EF-8165-F1A8BB9A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70C0B9-A95B-49A4-A4B9-277B90CB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8102"/>
            <a:ext cx="10515600" cy="473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DF72B-0CE1-4977-814B-4627001DB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0F721-04F4-4667-BF35-4741C80794AC}" type="datetime1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1FA7F3-D92D-425C-ABB1-36A899CA4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8ECEC5-68FC-4DDB-87C5-43263D64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78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 2" panose="05020102010507070707" pitchFamily="18" charset="2"/>
        <a:buChar char="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" panose="05000000000000000000" pitchFamily="2" charset="2"/>
        <a:buChar char="§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-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700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pt-br/sql-server/sql-server-download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3C992-90A1-4E80-8580-EA9073052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53346"/>
            <a:ext cx="10515600" cy="2852737"/>
          </a:xfrm>
        </p:spPr>
        <p:txBody>
          <a:bodyPr/>
          <a:lstStyle/>
          <a:p>
            <a:r>
              <a:rPr lang="pt-BR" dirty="0"/>
              <a:t>O produto SQL Server</a:t>
            </a:r>
            <a:br>
              <a:rPr lang="pt-BR" dirty="0"/>
            </a:br>
            <a:r>
              <a:rPr lang="pt-BR" sz="6000" dirty="0"/>
              <a:t>Instalação do SQL Server</a:t>
            </a:r>
            <a:br>
              <a:rPr lang="pt-BR" sz="6000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2CE2E1-65C8-407E-A91E-41C0E030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FC968F-70B9-4D86-8395-E56A81E306E1}"/>
              </a:ext>
            </a:extLst>
          </p:cNvPr>
          <p:cNvSpPr txBox="1">
            <a:spLocks/>
          </p:cNvSpPr>
          <p:nvPr/>
        </p:nvSpPr>
        <p:spPr>
          <a:xfrm>
            <a:off x="831850" y="38258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3600" dirty="0"/>
          </a:p>
          <a:p>
            <a:r>
              <a:rPr lang="pt-BR" dirty="0"/>
              <a:t>Capítulo</a:t>
            </a:r>
            <a:r>
              <a:rPr lang="pt-BR" sz="3600" dirty="0"/>
              <a:t> </a:t>
            </a:r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74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6932E1C-48D0-4D6C-8825-90BED918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906B9D9-00C9-4350-AD9A-5CB2ECC6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Conforme nossa apostila</a:t>
            </a:r>
          </a:p>
          <a:p>
            <a:endParaRPr lang="pt-BR" dirty="0"/>
          </a:p>
          <a:p>
            <a:r>
              <a:rPr lang="pt-BR" sz="18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Para baixar a versão gratuita do SQL Server, use o link abaixo e siga as orientações da nossa apostila:</a:t>
            </a:r>
          </a:p>
          <a:p>
            <a:r>
              <a:rPr lang="pt-BR" sz="1800" u="sng" dirty="0">
                <a:solidFill>
                  <a:srgbClr val="1155CC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hlinkClick r:id="rId2"/>
              </a:rPr>
              <a:t>https://www.microsoft.com/pt-br/sql-server/sql-server-downloads</a:t>
            </a:r>
            <a:endParaRPr lang="pt-BR" sz="18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10B36-B608-41B1-86A7-7A5C090A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7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21344658-55B7-5099-4BD2-70F4B70C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20" y="1483567"/>
            <a:ext cx="7804326" cy="466607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6A0400-E62C-A486-C86E-97087330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Download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53A885-0B34-5C9A-0D9F-D6C503E1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3</a:t>
            </a:fld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626CB3D9-A6AE-6E6C-73FB-40D6E14FFC3A}"/>
              </a:ext>
            </a:extLst>
          </p:cNvPr>
          <p:cNvCxnSpPr/>
          <p:nvPr/>
        </p:nvCxnSpPr>
        <p:spPr>
          <a:xfrm>
            <a:off x="3473172" y="4007796"/>
            <a:ext cx="1926077" cy="8754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3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Curs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70AD47"/>
      </a:accent3>
      <a:accent4>
        <a:srgbClr val="F14124"/>
      </a:accent4>
      <a:accent5>
        <a:srgbClr val="33CCCC"/>
      </a:accent5>
      <a:accent6>
        <a:srgbClr val="ED7D31"/>
      </a:accent6>
      <a:hlink>
        <a:srgbClr val="0563C1"/>
      </a:hlink>
      <a:folHlink>
        <a:srgbClr val="954F72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54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Calibri</vt:lpstr>
      <vt:lpstr>Montserrat</vt:lpstr>
      <vt:lpstr>Segoe UI</vt:lpstr>
      <vt:lpstr>Segoe UI Black</vt:lpstr>
      <vt:lpstr>Wingdings</vt:lpstr>
      <vt:lpstr>Wingdings 2</vt:lpstr>
      <vt:lpstr>Tema do Office</vt:lpstr>
      <vt:lpstr>O produto SQL Server Instalação do SQL Server </vt:lpstr>
      <vt:lpstr>Introdução</vt:lpstr>
      <vt:lpstr>Download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linguagem SQL</dc:title>
  <cp:lastModifiedBy>Noturno</cp:lastModifiedBy>
  <cp:revision>81</cp:revision>
  <cp:lastPrinted>2019-09-14T04:12:44Z</cp:lastPrinted>
  <dcterms:created xsi:type="dcterms:W3CDTF">2019-09-08T19:32:35Z</dcterms:created>
  <dcterms:modified xsi:type="dcterms:W3CDTF">2024-06-11T00:00:25Z</dcterms:modified>
</cp:coreProperties>
</file>