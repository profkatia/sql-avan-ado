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40EDE-8327-6EA8-4746-0C4DC103A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7C165B-688E-7159-91A3-127A7D866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3B542B-678A-595E-1BA3-1ABD442B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1D66A-D666-4E96-BC5B-5BE2903F9D42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716F22-722F-3F1C-E344-4CF1E97A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8DE181-20D4-115E-6187-2E0B2A46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2E605-01C0-4B74-A417-30551071B3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74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459FC3-09A7-C9F7-5DF7-926AA7BCF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1D2905-FD20-C5D4-813F-A474868C3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4FF7A8-EF29-F392-928C-F98766F7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1D66A-D666-4E96-BC5B-5BE2903F9D42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26FB89-5C99-203D-4009-C21EBCF7E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B30F3B-2FB8-3545-307A-8D4A05E2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2E605-01C0-4B74-A417-30551071B3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4752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D0FD4D-6619-1380-2E5E-BA8DC701B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CC0AE2-31DF-3A47-4DDF-B0767FCD4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2A28E4-D1CD-1FC0-FEEB-9BC52F11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1D66A-D666-4E96-BC5B-5BE2903F9D42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3D8FFA-CA30-2A79-8E62-F59BDE7D5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360B27-EF7B-6A22-F515-2111452ED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2E605-01C0-4B74-A417-30551071B3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7079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AF491-7D70-12E7-FCB4-43CC65DF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ED4DD4-7009-349F-07ED-6C8CF33AB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134D5BE-8337-0564-6787-740133540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58DA90-C9A9-4A09-6BD7-32DBCB477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1D66A-D666-4E96-BC5B-5BE2903F9D42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381622-C406-61C5-10EF-F8DAD4B1D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7D6C12-7AD8-A310-6B5A-7720C1D4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2E605-01C0-4B74-A417-30551071B3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6508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55437-8944-E00E-A509-82DFF9C7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B1F617-D4D7-21CF-4AD5-442B07B1E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54DA57-DA61-9457-3882-932231B46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93E9B42-3059-26DD-F069-7A049851B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8A9F8A5-5ECF-8F85-00FD-C39856DA2C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3A4339-E40E-5637-AAB2-1761A403B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1D66A-D666-4E96-BC5B-5BE2903F9D42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C50563-D5E9-A9B6-DD80-CAF26BBF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C5C29B2-A55C-4D75-B0EC-3CB84B28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2E605-01C0-4B74-A417-30551071B3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995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74C3A-4AE9-8436-DB38-B9F579380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E1A76C-B1EE-DE23-AC50-FF415C571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1D66A-D666-4E96-BC5B-5BE2903F9D42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1921D9A-1937-9AA5-097C-6C984640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74ADF6-9AA2-1A51-7B93-C0220E152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2E605-01C0-4B74-A417-30551071B3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457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2BE92B9-0064-2D9B-3E22-F47390B56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1D66A-D666-4E96-BC5B-5BE2903F9D42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1E7C4BB-CB3A-B609-01A0-AC4DE724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955CCE-3406-9B8F-EC0F-484E98E03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2E605-01C0-4B74-A417-30551071B3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486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D44CB-5BBF-18EF-3E21-952583836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5914D6-168A-D08B-FFB7-928C6039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57C5E8-E828-3C79-596B-21BA13B27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658B27-5F5D-CB02-75E6-A7121D5BA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1D66A-D666-4E96-BC5B-5BE2903F9D42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AFB4B6-4974-B0D8-EEEC-C17E311BB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0FEB2D-BA4A-B0A1-AB26-393469E3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2E605-01C0-4B74-A417-30551071B3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56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0B86D-D720-9C5F-BE52-D67B5366B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58E752B-35F5-EEBE-C60A-ACFA61220A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91205A-233E-3A5D-7EC1-4D83B9573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EA51AC-5748-E052-2BBD-6F9EC4937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1D66A-D666-4E96-BC5B-5BE2903F9D42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5BB8C50-E963-7ECA-5F06-29A6D5CB5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B55BDE-5B0D-3625-3798-59AB2324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2E605-01C0-4B74-A417-30551071B3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538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D0F37-F668-66F6-84FF-61471B8DB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D0212E3-93A8-03ED-F80C-673D4867F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BDE2C-8F74-E34F-6FB2-855A20E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1D66A-D666-4E96-BC5B-5BE2903F9D42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DF8699-00D1-DCE6-A814-3D08EDDFD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80BEED-743A-FAB8-0B9C-386820BE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2E605-01C0-4B74-A417-30551071B3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9876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FEB681-5C3C-1C3E-C5C6-66B4D8DFD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2DE8B5-7598-A67F-62F6-5B7EB4930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523EA4-094B-98C8-3016-FA4975DA7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1D66A-D666-4E96-BC5B-5BE2903F9D42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3A01AF-0F95-DD68-21BC-3C5BA8DE1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D1A547-B4B1-AB18-6D64-37E2E536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2E605-01C0-4B74-A417-30551071B3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9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389CEE0-9DF6-6B52-72E9-972919D59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635E29-FADD-31A4-80FF-B0A2CE721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C16BE0-AD05-DD93-5DD8-F9F179CFB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1D66A-D666-4E96-BC5B-5BE2903F9D42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08508E-7BE5-16D9-4538-32DBA8170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CC5142-2C9E-5270-FC67-C12FFC18F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2E605-01C0-4B74-A417-30551071B3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02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23A1DAFD-A2F0-960E-FF45-EC55CA88E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54" y="445511"/>
            <a:ext cx="10066892" cy="596697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3CA1E65-4F3E-2BF5-2623-7B8808A6933E}"/>
              </a:ext>
            </a:extLst>
          </p:cNvPr>
          <p:cNvSpPr txBox="1"/>
          <p:nvPr/>
        </p:nvSpPr>
        <p:spPr>
          <a:xfrm>
            <a:off x="1190625" y="152400"/>
            <a:ext cx="1349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db_Pedidos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98927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sena</dc:creator>
  <cp:lastModifiedBy>marcelo sena</cp:lastModifiedBy>
  <cp:revision>2</cp:revision>
  <dcterms:created xsi:type="dcterms:W3CDTF">2024-02-29T18:45:56Z</dcterms:created>
  <dcterms:modified xsi:type="dcterms:W3CDTF">2025-10-26T22:53:49Z</dcterms:modified>
</cp:coreProperties>
</file>